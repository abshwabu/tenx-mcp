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2D29AF-5407-4CE0-9DD0-2AEC818417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4DCCD4-81AF-4FB3-86DF-A80193586D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0AA657-24A7-4B01-9A02-F0B1C2E3E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42FF34-1147-4077-A41E-36E6D2857A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63A812-ADB2-41FF-864C-0304B478F6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9E802F-9F75-4032-ABE9-811775B92F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73666C-17C2-498A-A63D-6E0A08A619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05CC1-868D-482B-9DB9-8E1F7029D8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E2CF2C-CA54-41A2-A015-F88026B560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321979-E383-4AEC-B20A-958D6530E5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493828-8B2D-482B-98EE-DE41EB7B4D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MCP Setup Challenge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Configuring AI Agent Workflows and MCP Integration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Prepared by Abdulaziz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&amp; Methodology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Workflow Analysis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Analyzed Boris Cherny's (Claude Code) workflow principles.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 on 'Plan vs. Act' modes and rigorous codebase exploration.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decomposition and explicit intent logging.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Configuration Implementation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.vscode/mcp.json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Configured proxy URL: https://mcppulse.10academy.org/proxy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Added custom headers for device and tool identification.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Structured rules for AI behavior, safety, and mandatory logging.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MCP Integration &amp; Challenges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Integration Status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Successfully mapped the Tenx MCP Analysis server.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Identified 401 Unauthorized requirement for OAuth2 flow.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Created local MCP PoC to demonstrate protocol compliance.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Enhancements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Complete OAuth2 authentication flow.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Expand toolset within the Tenx MCP server.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Further refine agent instructions based on performance metrics.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2026-02-03T11:46:48Z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